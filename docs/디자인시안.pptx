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5988bc22c54d2a" /><Relationship Type="http://schemas.openxmlformats.org/officeDocument/2006/relationships/extended-properties" Target="/docProps/app.xml" Id="R5cffc2f09df549a9" /><Relationship Type="http://schemas.openxmlformats.org/officeDocument/2006/relationships/officeDocument" Target="/ppt/presentation.xml" Id="R881e3455ec414a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ac7904f55b4022"/>
  </p:sldMasterIdLst>
  <p:notesMasterIdLst>
    <p:notesMasterId xmlns:r="http://schemas.openxmlformats.org/officeDocument/2006/relationships" r:id="R3ba1457de4e84afb"/>
  </p:notesMasterIdLst>
  <p:sldIdLst>
    <p:sldId xmlns:r="http://schemas.openxmlformats.org/officeDocument/2006/relationships" id="256" r:id="Reffd6cd8ea934b5f"/>
    <p:sldId xmlns:r="http://schemas.openxmlformats.org/officeDocument/2006/relationships" id="257" r:id="Rf95ee156bb344700"/>
    <p:sldId xmlns:r="http://schemas.openxmlformats.org/officeDocument/2006/relationships" id="258" r:id="R85b3ad9e17504cec"/>
    <p:sldId xmlns:r="http://schemas.openxmlformats.org/officeDocument/2006/relationships" id="259" r:id="R096001ad91a442a8"/>
    <p:sldId xmlns:r="http://schemas.openxmlformats.org/officeDocument/2006/relationships" id="260" r:id="R57143bfb527f4876"/>
    <p:sldId xmlns:r="http://schemas.openxmlformats.org/officeDocument/2006/relationships" id="261" r:id="R65bd3d6bf6034f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f916b3650e411f" /><Relationship Type="http://schemas.openxmlformats.org/officeDocument/2006/relationships/slideMaster" Target="/ppt/slideMasters/slideMaster1.xml" Id="R06ac7904f55b4022" /><Relationship Type="http://schemas.openxmlformats.org/officeDocument/2006/relationships/notesMaster" Target="/ppt/notesMasters/notesMaster1.xml" Id="R3ba1457de4e84afb" /><Relationship Type="http://schemas.openxmlformats.org/officeDocument/2006/relationships/presProps" Target="/ppt/presProps.xml" Id="R937d7bb061f141a7" /><Relationship Type="http://schemas.openxmlformats.org/officeDocument/2006/relationships/tableStyles" Target="/ppt/tableStyles.xml" Id="R8a66b7c5a9534aec" /><Relationship Type="http://schemas.openxmlformats.org/officeDocument/2006/relationships/slide" Target="/ppt/slides/slide1.xml" Id="Reffd6cd8ea934b5f" /><Relationship Type="http://schemas.openxmlformats.org/officeDocument/2006/relationships/slide" Target="/ppt/slides/slide2.xml" Id="Rf95ee156bb344700" /><Relationship Type="http://schemas.openxmlformats.org/officeDocument/2006/relationships/slide" Target="/ppt/slides/slide3.xml" Id="R85b3ad9e17504cec" /><Relationship Type="http://schemas.openxmlformats.org/officeDocument/2006/relationships/slide" Target="/ppt/slides/slide4.xml" Id="R096001ad91a442a8" /><Relationship Type="http://schemas.openxmlformats.org/officeDocument/2006/relationships/slide" Target="/ppt/slides/slide5.xml" Id="R57143bfb527f4876" /><Relationship Type="http://schemas.openxmlformats.org/officeDocument/2006/relationships/slide" Target="/ppt/slides/slide6.xml" Id="R65bd3d6bf6034f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aa77df9e3f44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5278ce5c3949fd" /><Relationship Type="http://schemas.openxmlformats.org/officeDocument/2006/relationships/notesMaster" Target="/ppt/notesMasters/notesMaster1.xml" Id="Rdb8e188871bf49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899e027fe84eef" /><Relationship Type="http://schemas.openxmlformats.org/officeDocument/2006/relationships/notesMaster" Target="/ppt/notesMasters/notesMaster1.xml" Id="Rdfee355e4e174e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7b1974f9524b2d" /><Relationship Type="http://schemas.openxmlformats.org/officeDocument/2006/relationships/notesMaster" Target="/ppt/notesMasters/notesMaster1.xml" Id="Rc21b0a6a4f2248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8713bf89434def" /><Relationship Type="http://schemas.openxmlformats.org/officeDocument/2006/relationships/notesMaster" Target="/ppt/notesMasters/notesMaster1.xml" Id="R023c4ced56954d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d7a55cf8564982" /><Relationship Type="http://schemas.openxmlformats.org/officeDocument/2006/relationships/notesMaster" Target="/ppt/notesMasters/notesMaster1.xml" Id="R8597c3650a7a46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29c861f5404807" /><Relationship Type="http://schemas.openxmlformats.org/officeDocument/2006/relationships/notesMaster" Target="/ppt/notesMasters/notesMaster1.xml" Id="R5c7f3b74006d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7bac8602648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e3acb620244318" /><Relationship Type="http://schemas.openxmlformats.org/officeDocument/2006/relationships/slideLayout" Target="/ppt/slideLayouts/slideLayout1.xml" Id="R61a7dd5f6b2e4e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a7dd5f6b2e4e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db080bd244627" /><Relationship Type="http://schemas.openxmlformats.org/officeDocument/2006/relationships/notesSlide" Target="/ppt/notesSlides/notesSlide1.xml" Id="Rf9af20c8675e4a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b8d5928624253" /><Relationship Type="http://schemas.openxmlformats.org/officeDocument/2006/relationships/notesSlide" Target="/ppt/notesSlides/notesSlide2.xml" Id="Ra5b160ec72e441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732d392f14055" /><Relationship Type="http://schemas.openxmlformats.org/officeDocument/2006/relationships/notesSlide" Target="/ppt/notesSlides/notesSlide3.xml" Id="R4f06f9f377d04e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eb2a383b1482a" /><Relationship Type="http://schemas.openxmlformats.org/officeDocument/2006/relationships/notesSlide" Target="/ppt/notesSlides/notesSlide4.xml" Id="Rd2e3789455564d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99ab8aa4f4bef" /><Relationship Type="http://schemas.openxmlformats.org/officeDocument/2006/relationships/notesSlide" Target="/ppt/notesSlides/notesSlide5.xml" Id="Rff4cc5a5886947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db3c0a170436e" /><Relationship Type="http://schemas.openxmlformats.org/officeDocument/2006/relationships/notesSlide" Target="/ppt/notesSlides/notesSlide6.xml" Id="R4c48bfa6e4f040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3F198-F7AF-4F62-9D92-5E6A3BCB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6FAFC"/>
          </a:solidFill>
          <a:ln xmlns:a="http://schemas.openxmlformats.org/drawingml/2006/main" w="14288">
            <a:solidFill>
              <a:srgbClr val="F6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F7491-D26F-490A-8A2A-16C55BE7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7F9D1-C743-49CB-B0BD-3DFC5F8F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E584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E584"/>
                </a:solidFill>
                <a:latin typeface="NanumGothic"/>
                <a:ea typeface="NanumGothic"/>
                <a:cs typeface="NanumGothic"/>
              </a:rPr>
              <a:t>사이트 디자인 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F87F9-AAAF-417D-8D53-68660767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304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36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스마트폰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36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생활 퀴즈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48026-F9F5-4FEC-BCD9-41800D5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5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DEFF8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DDEFF8"/>
                </a:solidFill>
                <a:latin typeface="NanumGothic"/>
                <a:ea typeface="NanumGothic"/>
                <a:cs typeface="NanumGothic"/>
              </a:rPr>
              <a:t>경비노동자가 원하는 주제를 골라</a:t>
            </a:r>
          </a:p>
          <a:p xmlns:a="http://schemas.openxmlformats.org/drawingml/2006/main">
            <a:pPr>
              <a:defRPr sz="1575" b="0">
                <a:solidFill>
                  <a:srgbClr val="DDEFF8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DDEFF8"/>
                </a:solidFill>
                <a:latin typeface="NanumGothic"/>
                <a:ea typeface="NanumGothic"/>
                <a:cs typeface="NanumGothic"/>
              </a:rPr>
              <a:t>안전한 스마트폰 사용을 연습하는 모바일 퀴즈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3A1BC-B6CF-4038-9BE5-FCF204A7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76300"/>
            <a:ext cx="2952750" cy="509587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3F33E-E41D-405E-95AD-D46F7D91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060" y="990600"/>
            <a:ext cx="94488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2B2EA-E6A9-47C7-9736-C7548FF7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181100"/>
            <a:ext cx="2609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2F1B7-D615-48A0-AF07-10D7C4B2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287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49D3F-EF27-413E-AFEE-0C2840EE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573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스마트폰 생활 퀴즈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4C29D-94D8-48C3-B29E-3C1C3218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2405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25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천천히 해도</a:t>
            </a:r>
          </a:p>
          <a:p xmlns:a="http://schemas.openxmlformats.org/drawingml/2006/main">
            <a:pPr>
              <a:defRPr sz="25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25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괜찮아요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9F6E8-CC04-4C01-A4B2-E213276F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19600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주제 골라서 풀기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ABFD6-DF45-4F44-83B9-5D8DE758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19600"/>
            <a:ext cx="22669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9FB18-7216-4B42-A82E-637A8BEE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958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주제 골라서 풀기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CCC7D-56E8-483F-B316-369BA9D3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2007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모바일 우선  ·  큰 글씨  ·  회원가입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765FA-6499-43A4-B454-3FE33D81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경비노동자 스마트폰 생활 퀴즈  |  디자인 시안  |  1</a:t>
            </a:r>
          </a:p>
        </p:txBody>
      </p:sp>
    </p:spTree>
    <p:extLst>
      <p:ext uri="{BB962C8B-B14F-4D97-AF65-F5344CB8AC3E}">
        <p14:creationId xmlns:p14="http://schemas.microsoft.com/office/powerpoint/2010/main" val="1764209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0B50A-300F-47DE-AD96-948EE3F6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DESIGN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891C2-DA5E-41A7-9F2C-D5B35AF5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25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안내서처럼 차분하고 안전하게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4295A-12FD-41EA-83BD-9BF2CE50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시험이 아니라 생활 연습이라는 인상을 주는 색과 문장으로 구성합니다.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78E06-92D2-43F3-8FD9-FE4511ED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7CDB6-E39C-4C3A-A814-19793C12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기본 안내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신뢰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BBCE4-E524-4360-A1EB-5FC347AE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52625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E8A72"/>
          </a:solidFill>
          <a:ln xmlns:a="http://schemas.openxmlformats.org/drawingml/2006/main" w="14288">
            <a:solidFill>
              <a:srgbClr val="0E8A7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0904B-59D0-41CB-BDA1-D3946111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안전한 선택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4FCBF-42D8-4186-8EED-E6530C64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52625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E584"/>
          </a:solidFill>
          <a:ln xmlns:a="http://schemas.openxmlformats.org/drawingml/2006/main" w="14288">
            <a:solidFill>
              <a:srgbClr val="FFE58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4B14F-3BA8-4FC2-9528-13453C7A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주의와 강조</a:t>
            </a:r>
          </a:p>
          <a:p xmlns:a="http://schemas.openxmlformats.org/drawingml/2006/main">
            <a:pPr>
              <a:defRPr sz="1500" b="1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부드러운 경고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C43C0-E048-408A-8FB5-2712587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52625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AF1"/>
          </a:solidFill>
          <a:ln xmlns:a="http://schemas.openxmlformats.org/drawingml/2006/main" w="14288">
            <a:solidFill>
              <a:srgbClr val="DCEAF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787B1-615A-403A-B29C-4D62A804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배경</a:t>
            </a:r>
          </a:p>
          <a:p xmlns:a="http://schemas.openxmlformats.org/drawingml/2006/main">
            <a:pPr>
              <a:defRPr sz="1500" b="1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눈의 피로 완화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6150D-E8BA-461F-950F-1643BAE5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109347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61372-55CD-4B4A-AA39-9BADFAFC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문장 원칙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BFA49-0EEC-4FD5-98C8-42130F35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정답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12B58-9282-4435-80D3-F008C585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243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안전한 선택이에요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42B8C-C3D5-4CBC-90B6-26CF7C26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37A00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B37A00"/>
                </a:solidFill>
                <a:latin typeface="NanumGothic"/>
                <a:ea typeface="NanumGothic"/>
                <a:cs typeface="NanumGothic"/>
              </a:rPr>
              <a:t>오답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37A25-A746-41F4-980E-2CA40439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958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한 번 더 확인해 볼까요?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46AB9-FC13-44B6-B0D2-14F9E8A3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피해야 할 표현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3DE97-0696-4BBE-B61E-6B25A5BF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틀렸습니다  ·  실패  ·  불합격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3C25A-BEC7-445B-816A-246EECE8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경비노동자 스마트폰 생활 퀴즈  |  디자인 시안  |  2</a:t>
            </a:r>
          </a:p>
        </p:txBody>
      </p:sp>
    </p:spTree>
    <p:extLst>
      <p:ext uri="{BB962C8B-B14F-4D97-AF65-F5344CB8AC3E}">
        <p14:creationId xmlns:p14="http://schemas.microsoft.com/office/powerpoint/2010/main" val="351549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E960BF-BC5F-45D0-82D0-AEFDA6F8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PRIMARY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7F069-9845-411A-86F6-EF2780A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25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원하는 주제를 먼저 고릅니다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C366A-864C-43B6-9CD2-80E4669C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첫 화면에서 주제 선택으로 이동하며, 전체 퀴즈는 별도 선택지로 유지합니다.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90495-1423-4479-A173-2977A1DB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2952750" cy="4762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2D2CF-935F-4475-AAD5-E5B2C8F0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435" y="1733550"/>
            <a:ext cx="94488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00036-E144-4E7C-814C-A854D29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2609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97212-805B-416B-9268-E54B2E19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716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3CD75-859E-4796-8FB0-850BBBCC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스마트폰 생활 퀴즈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3690B-70D2-4120-B6E6-830F9F9A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622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92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무엇부터</a:t>
            </a:r>
          </a:p>
          <a:p xmlns:a="http://schemas.openxmlformats.org/drawingml/2006/main">
            <a:pPr>
              <a:defRPr sz="210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연습할까요?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95B91-9754-4172-AC43-C13B57D1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CD98C-48A6-45C8-AEB8-CFA97EAB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30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🛡️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C9B8B-38BD-41D6-AAB2-4EA867E2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76650"/>
            <a:ext cx="99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보안과 사기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7235E-8C42-470A-B65D-0F13DF1C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528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F517F-96AA-4AA1-A6EB-FDDB7DC8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909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30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9A5F5-D70F-4BBD-B1B4-594B1718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76650"/>
            <a:ext cx="99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카카오톡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D214B-9A5D-461C-9D35-3CA77193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9ADB0-802B-4AF6-9726-A2954A29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30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C8885-AD77-4D15-AC85-7D62AFDC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99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용량 정리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56AC7-6E48-4FB1-9FEF-B8DD919A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1529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51F9F-4D18-4E1C-B279-3789560A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910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30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A39B3-E232-42B5-8F74-2F647D65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76750"/>
            <a:ext cx="99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승차권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15E52-9669-459B-8FEA-5B77BD75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28321-5722-421B-97AA-EA974184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911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78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⚙️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233134-E7E0-403F-A77D-9D7C34AF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76850"/>
            <a:ext cx="99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픽토그램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154FF-CED7-43B9-9FAA-F06E4D23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9530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B39415-8A2B-4C47-97D8-43D07F61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9911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30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5C1C8-6A0F-42B0-8D84-A6A1520D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76850"/>
            <a:ext cx="99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키오스크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C57C3F-3DFE-4672-871D-70316367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48350"/>
            <a:ext cx="24193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907A3-8A76-42FC-B753-95539ADE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✓  전체 주제 8문제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192E30-2BD7-45F3-9D6F-3341228C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F4EFDD-A521-4D66-95FE-66E38D95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2882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70CA6F-2D78-46DC-984E-D3D64B1D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478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DED2F2-0B78-4605-AF8F-F0501CF4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첫 화면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D546CC-D003-42CF-A7B6-97DC9305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02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주제 골라서 풀기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97E964-A119-4A93-B034-61BA53AA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14288">
            <a:solidFill>
              <a:srgbClr val="0E8A7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732988-787C-4270-A4C3-9DBBCF2F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8A72"/>
          </a:solidFill>
          <a:ln xmlns:a="http://schemas.openxmlformats.org/drawingml/2006/main" w="14288">
            <a:solidFill>
              <a:srgbClr val="0E8A7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547BAD-CA86-46F3-A273-6C74B09A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FAD618-1615-4CE5-93AF-9F98D08B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주제 선택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C8106F-E33A-41A7-9421-4C2B95D6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0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6개 주제 또는 전체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8CDAC2-3529-4EF5-8EDE-49C64E60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619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3851EF-6772-4B86-9AB5-EFB866BF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290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3E50DD-1C3A-4A00-8696-3F68A4BF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481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7C0C6A-9161-4AA6-9687-09ED6CE0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52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문제 풀이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47D39B-C2F4-4B63-8D69-AAB2C783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005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선택한 문제만 출제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C8A434-7661-4FA9-BACC-C19A08F0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619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C1BF43-4DDA-45AA-9F0F-6BA62BDF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9C6746-DDA9-4980-AACE-CDFDEB6B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482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025019-4835-4F65-85D5-7FCA006A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4AD095-4284-46D1-A0AB-58192E0C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00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주제 이름과 복습 안내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DE13B1-76AE-4BB0-B2DC-A3C6A5B3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경비노동자 스마트폰 생활 퀴즈  |  디자인 시안  |  3</a:t>
            </a:r>
          </a:p>
        </p:txBody>
      </p:sp>
    </p:spTree>
    <p:extLst>
      <p:ext uri="{BB962C8B-B14F-4D97-AF65-F5344CB8AC3E}">
        <p14:creationId xmlns:p14="http://schemas.microsoft.com/office/powerpoint/2010/main" val="1739803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091605-3F37-417D-BE17-16469310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MOBILE SCREENS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CCF7E-6A9F-4126-B227-79869B06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25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주제 선택에서 문제 풀이까지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D6803-B45F-426C-9344-0B4C3138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중요한 선택이 한 화면에 하나씩 보이도록 구성합니다.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C85DC-CF98-45D6-9FFE-594E8F34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1  시작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0C522-5064-416D-9EBA-6BD8772E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381250" cy="3905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AF601-FBA2-48CB-B2DA-D58BACA4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114550"/>
            <a:ext cx="762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F817A-658D-484C-92ED-9606EC7E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038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4040D-A7F5-42EF-ADF5-9F5BC57B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0C1AA-09AE-4847-85D5-C72EC8E3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7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스마트폰 생활 퀴즈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181A3-08EB-4E97-AC7C-EC3B3B87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천천히 해도</a:t>
            </a:r>
          </a:p>
          <a:p xmlns:a="http://schemas.openxmlformats.org/drawingml/2006/main">
            <a:pPr>
              <a:def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괜찮아요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9463E-631B-4D3B-B7B7-013E1786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1E99A-E09D-4FE0-A5FD-A83D2CBD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주제 골라서 풀기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9D1CB-D5D8-45B2-842C-D73EA942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2  주제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91BA2-A30F-4729-AFFD-D55079B2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381250" cy="3905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602D8-806D-42FB-88C9-F3E92D9F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14550"/>
            <a:ext cx="762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D4821-463A-45AB-B2C0-47E0BE3A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2038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F9825-D18A-44E0-ACB1-C261DA02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526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ED757-960B-4A2D-866E-910390F5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8125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7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스마트폰 생활 퀴즈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B8F5D-FC38-4639-AD40-64A48B1D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풀고 싶은 주제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B8D83-E84F-4B12-951F-E01A7C38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876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A747A-EBFC-4B49-A1C6-E968C5EB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099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🛡️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2D1FA-904E-43D3-8774-7E31D100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338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보안과 사기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1D3299-657A-4A5A-B0A5-FA9B17A1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876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6A26C-EA68-4ACD-BDB9-A04ED279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2BDA71-88A3-4E2B-8675-B4115A90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338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카카오톡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619EA4-E4A3-49AC-94C5-027A9AA7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48150"/>
            <a:ext cx="876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5D849E-D839-49B4-8C29-510E322F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862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4EE856-819F-4CE4-822C-5ED8646E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101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용량 정리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02649E-F477-4515-84EC-5037AFD3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48150"/>
            <a:ext cx="876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350DEC-0509-447F-BB48-A54CBAAA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862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🎫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ECC746-78AC-4F79-83E0-356D8392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01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승차권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743BDD-62D5-4C0E-8407-F36B96F7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1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3  문제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837FDA-D98D-4313-BCF9-38A910D1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2381250" cy="3905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AFD4F0-0458-4E90-8F52-13F115EF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14550"/>
            <a:ext cx="762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6CEEE2-7A7E-4912-8E0F-F866EB9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2038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33F2DC-60E8-425D-9291-797BFEDB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526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5159A2-77CF-45ED-879D-219521B5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7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스마트폰 생활 퀴즈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388B79-C0D3-4918-B5EE-871F1BA8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문제 1 / 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E886EB-6BEA-454C-A67B-43513368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75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DC"/>
          </a:solidFill>
          <a:ln xmlns:a="http://schemas.openxmlformats.org/drawingml/2006/main" w="14288">
            <a:solidFill>
              <a:srgbClr val="EED17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C5EE0C-2AC9-4C7F-A5B8-C8CF67BF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33750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택배 주소 오류</a:t>
            </a:r>
          </a:p>
          <a:p xmlns:a="http://schemas.openxmlformats.org/drawingml/2006/main">
            <a:pPr>
              <a:defRPr sz="1200" b="1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문자를 받았습니다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C12205-336B-4661-9CD4-0B99F23E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14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어떻게 확인할까요?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066D1E-E317-4F28-B24C-4148E9C9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910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DFCE52-535B-42C9-BEB4-5D1EA781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1  문자 링크 누르기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1B458A-3660-4849-8006-2A3FECED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4350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0422F4-3862-4825-A0F5-9BA6AEF5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00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52E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17252E"/>
                </a:solidFill>
                <a:latin typeface="NanumGothic"/>
                <a:ea typeface="NanumGothic"/>
                <a:cs typeface="NanumGothic"/>
              </a:rPr>
              <a:t>2  공식 앱 확인하기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AA44B6-C11D-4B05-9150-5B4DE799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1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4  피드백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9D7775-017C-4760-9101-C8043FBC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0250"/>
            <a:ext cx="2381250" cy="3905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904E9C-F9F2-4DA5-B766-89B47A6D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114550"/>
            <a:ext cx="762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6E1BA4-5D3F-4DD5-B5D8-59FE9EE2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038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83AFED-EE57-48B6-996E-F784DCE1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526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rPr>
              <a:t>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414A38-E3CD-40D1-855D-DBD0E99B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7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스마트폰 생활 퀴즈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1F8CA2-4254-4FDD-AE8A-E97B16BE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안전한 선택이에요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91E17C-CFC2-4416-817D-589D9A3A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18097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14288">
            <a:solidFill>
              <a:srgbClr val="8DD7C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786B61-17CA-4583-B888-44E69E31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00450"/>
            <a:ext cx="1581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문자 링크가 아니라</a:t>
            </a:r>
          </a:p>
          <a:p xmlns:a="http://schemas.openxmlformats.org/drawingml/2006/main">
            <a:pPr>
              <a:defRPr sz="1125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평소 쓰던 공식 앱에서</a:t>
            </a:r>
          </a:p>
          <a:p xmlns:a="http://schemas.openxmlformats.org/drawingml/2006/main">
            <a:pPr>
              <a:defRPr sz="1125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따로 확인합니다.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E6DF17-A7EA-47A8-8261-AEF3A690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72050"/>
            <a:ext cx="1809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6A4363-DC8C-4DC3-877B-01B5CFD3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292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다음 문제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141AC6-87E0-4F97-9F32-87A7283E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경비노동자 스마트폰 생활 퀴즈  |  디자인 시안  |  4</a:t>
            </a:r>
          </a:p>
        </p:txBody>
      </p:sp>
    </p:spTree>
    <p:extLst>
      <p:ext uri="{BB962C8B-B14F-4D97-AF65-F5344CB8AC3E}">
        <p14:creationId xmlns:p14="http://schemas.microsoft.com/office/powerpoint/2010/main" val="11561358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78F47B-61AE-4DDF-A418-ECCFC8FE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200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ACCESSIBILITY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DECF0-FAFA-4991-B423-1B3A819E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25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누르기 쉽고 읽기 편한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2561C-950F-401F-A88D-60347293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고령 학습자와 스마트폰 초보자의 실수를 줄이는 것을 우선합니다.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EBB5D-4DA5-4EEF-86EC-38324790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7F443-49E7-4632-B4D0-D43B4D6E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26CAE-43F1-4E1B-9659-6DDC619C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4376F-D907-42DB-89CC-1E1AD069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큰 선택 영역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F7A5A-9643-45DB-9770-9EEAF4EC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버튼 높이 56px 이상</a:t>
            </a:r>
          </a:p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버튼 사이 충분한 간격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FB992-E1CF-4CE6-A981-D011DA7C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A9DFF-BB99-4FF6-AB8E-BE54EB4D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193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8A72"/>
          </a:solidFill>
          <a:ln xmlns:a="http://schemas.openxmlformats.org/drawingml/2006/main" w="14288">
            <a:solidFill>
              <a:srgbClr val="0E8A7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192EC-9C9B-4C87-8025-9F0716E4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2B709-93C2-4F78-BB79-A9E3C25C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큰 글씨 전환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64A8F-B75A-4F60-ADA8-726A3231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상단에서 한 번에 확대</a:t>
            </a:r>
          </a:p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레이아웃도 함께 재배치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17FA1-A0A5-4BCC-9BAE-7C531D33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33A5E-D2D0-4250-BF23-4EB6480D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93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8CA27-B6AE-4B79-87E6-40CB5B93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C2200-2782-4EF1-B6BB-111CCF6C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음성 읽기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74193-1F09-4EA9-89EC-279DDECD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문제와 선택지를 천천히 읽기</a:t>
            </a:r>
          </a:p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언제든 멈추기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76697-F25C-4F03-8488-B2363FA2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CAAFA-165E-469E-912A-A8538D0A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8A72"/>
          </a:solidFill>
          <a:ln xmlns:a="http://schemas.openxmlformats.org/drawingml/2006/main" w="14288">
            <a:solidFill>
              <a:srgbClr val="0E8A7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35C2F-C796-420B-9D1E-F056E797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39556-355E-4E75-96D1-01E8C42C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색과 문장 함께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1779B-64FF-4015-948B-6DD0C55E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초록색만으로 정답 표시 금지</a:t>
            </a:r>
          </a:p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상태 문구와 테두리 병행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7E8F0A-0BEC-41E5-B304-E2A4B148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A4B60-FB0F-4A6E-AE56-E425C9AA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C5A"/>
          </a:solidFill>
          <a:ln xmlns:a="http://schemas.openxmlformats.org/drawingml/2006/main" w="14288">
            <a:solidFill>
              <a:srgbClr val="123C5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2A2FF0-1429-49AD-B117-715DC241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96AD81-D0AC-4B36-9C1A-77A114F4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052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시간제한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AA72C2-7449-4D0F-86FB-4A352297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자동 화면 전환 없이</a:t>
            </a:r>
          </a:p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학습자 속도에 맞추기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D0180C-A47E-4419-98EA-0FBFB78E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867172-9092-4DC3-9B83-4F4568E2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8A72"/>
          </a:solidFill>
          <a:ln xmlns:a="http://schemas.openxmlformats.org/drawingml/2006/main" w="14288">
            <a:solidFill>
              <a:srgbClr val="0E8A7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24AEC6-C0C4-46A1-A8AD-597BEE71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C0E4AA-EC8B-4526-BFF3-AE7271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052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개인정보 없음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405B12-A589-4761-8D51-21A55C8C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이름과 전화번호 없이</a:t>
            </a:r>
          </a:p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QR로 바로 시작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88100D-723A-4C21-9B6B-8EC64529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경비노동자 스마트폰 생활 퀴즈  |  디자인 시안  |  5</a:t>
            </a:r>
          </a:p>
        </p:txBody>
      </p:sp>
    </p:spTree>
    <p:extLst>
      <p:ext uri="{BB962C8B-B14F-4D97-AF65-F5344CB8AC3E}">
        <p14:creationId xmlns:p14="http://schemas.microsoft.com/office/powerpoint/2010/main" val="2039815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C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513B05-C983-4978-B852-A7FFB07E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최종 화면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0B006-6EE1-4113-A0EC-B7EC5A6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DEFF8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DDEFF8"/>
                </a:solidFill>
                <a:latin typeface="NanumGothic"/>
                <a:ea typeface="NanumGothic"/>
                <a:cs typeface="NanumGothic"/>
              </a:rPr>
              <a:t>주제를 고르고  →  짧게 풀고  →  바로 다시 연습합니다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EFBC9-B64E-40BD-843B-26716589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952625" cy="2571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00C77-A9A9-45D7-B2EA-63AB8543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DB222-CADB-49ED-B0A5-B1B680A4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241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시작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6125C-40D0-4D3F-B23D-B6424BD0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큰 글씨와 전체 퀴즈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E2613-32C2-46EF-A7B1-421367FE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004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51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4C123-022F-4FD9-8040-2BC5A886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952625" cy="2571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3EABE-E638-4AA8-B06D-E58165DD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189A7-1831-4F58-BE53-43E90861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241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주제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41AC2-2C24-41E3-8EA3-712D6143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7662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6개 영역 중 하나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752C5-3233-45E6-BA6B-F04E487E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04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51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6967C-FCA2-4E1C-97C4-74882EE7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38375"/>
            <a:ext cx="1952625" cy="2571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0D8A3-72AC-4617-981B-62C4D4BA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19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95189-A3CA-472B-8E13-7CC2C2C4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241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문제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E4E3C-0154-4ACD-9030-8431A7A2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7662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한 화면에 한 가지 행동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B891F-9093-4051-B89C-5C6CAFAF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004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51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8364D-D553-4C98-81E6-4CEB1A77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38375"/>
            <a:ext cx="1952625" cy="2571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0E6CE-9667-4AD6-BE9C-970D1AD0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E03C8-47CD-4F54-AC87-B3C830D5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241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피드백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B419A-05E5-4597-A7DE-F5C43689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쉬운 설명과 직접 해보기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D7ED6-2A78-4F9C-BE0B-705C912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51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E584"/>
                </a:solidFill>
                <a:latin typeface="NanumGothic"/>
                <a:ea typeface="NanumGothic"/>
                <a:cs typeface="Nanum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97C88-CC9D-4552-B1E6-434C4E0F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38375"/>
            <a:ext cx="1952625" cy="2571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8A67BB-D7DC-46B8-973B-BAB56769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19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8A72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0E8A72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F6D3B-0E75-4CCB-A59D-B165B1D4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241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162875-114E-4732-B62C-07583D74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7662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5F6F78"/>
                </a:solidFill>
                <a:latin typeface="NanumGothic"/>
                <a:ea typeface="NanumGothic"/>
                <a:cs typeface="NanumGothic"/>
              </a:rPr>
              <a:t>틀린 문제만 다시 풀기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55855-D034-4522-92FE-98A884A9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2F6"/>
          </a:solidFill>
          <a:ln xmlns:a="http://schemas.openxmlformats.org/drawingml/2006/main" w="14288">
            <a:solidFill>
              <a:srgbClr val="CFDE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A8BE46-81DA-4EF7-A1D9-236A964C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648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C5A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123C5A"/>
                </a:solidFill>
                <a:latin typeface="NanumGothic"/>
                <a:ea typeface="NanumGothic"/>
                <a:cs typeface="NanumGothic"/>
              </a:rPr>
              <a:t>사이트는 주제별 진입과 전체 퀴즈를 모두 지원하며, 기존 8문항과 큰 글씨·음성 읽기 기능을 유지합니다.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DE8637-9DA6-405A-8930-F39E79BA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D2DF"/>
                </a:solidFill>
                <a:latin typeface="NanumGothic"/>
                <a:ea typeface="NanumGothic"/>
                <a:cs typeface="NanumGothic"/>
              </a:defRPr>
            </a:pPr>
            <a:r>
              <a:rPr sz="900" b="0">
                <a:solidFill>
                  <a:srgbClr val="B8D2DF"/>
                </a:solidFill>
                <a:latin typeface="NanumGothic"/>
                <a:ea typeface="NanumGothic"/>
                <a:cs typeface="NanumGothic"/>
              </a:rPr>
              <a:t>경비노동자 스마트폰 생활 퀴즈  |  디자인 시안  |  6</a:t>
            </a:r>
          </a:p>
        </p:txBody>
      </p:sp>
    </p:spTree>
    <p:extLst>
      <p:ext uri="{BB962C8B-B14F-4D97-AF65-F5344CB8AC3E}">
        <p14:creationId xmlns:p14="http://schemas.microsoft.com/office/powerpoint/2010/main" val="1850837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2026-09-22T03:59:21.5230000Z</dcterms:created>
  <dcterms:modified xsi:type="dcterms:W3CDTF">2026-09-22T03:59:21.5230000Z</dcterms:modified>
</coreProperties>
</file>